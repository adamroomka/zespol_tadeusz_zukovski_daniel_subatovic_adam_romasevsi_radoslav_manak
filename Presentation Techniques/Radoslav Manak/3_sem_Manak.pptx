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ek Manak" initials="RM" lastIdx="1" clrIdx="0">
    <p:extLst>
      <p:ext uri="{19B8F6BF-5375-455C-9EA6-DF929625EA0E}">
        <p15:presenceInfo xmlns:p15="http://schemas.microsoft.com/office/powerpoint/2012/main" userId="fe8489cedc84d43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3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7T07:46:04.916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F49CF-84E9-47C1-ACAA-5FF36201E2B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FAFBD-C38C-4F10-A04C-4E71592E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3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70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29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9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70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9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77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85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06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FAFBD-C38C-4F10-A04C-4E71592EF8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95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EC66-EC63-4388-BD1A-758AB435A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0E401-C3E9-4CA4-94DD-FCBC52794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4BB8-1B1C-42C8-8AE2-D4636724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9E7FB-AC53-4496-A019-B52232F1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9FDFF-152F-472E-8AC6-AA10D6358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9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C82B-28B3-4AFC-A514-9D7B5CBE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767AD-9EF9-44D2-8668-722C0E2E2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10D59-06C5-427A-B872-9C4CF1C5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F2AF8-69B1-4B7A-A5A2-4A5990D0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25FFD-D074-4012-AF65-4DD042BB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79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BD02-F19A-430A-81C6-0FD73593F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FC060-4876-4596-9A12-1A9FE036A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B680C-075B-445E-B417-20D5BFD5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5D1D6-B9E4-4BDA-AA4C-32D03986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C70B7-3A79-4858-9726-EAC0371A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7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101DE-9D38-4BA9-925E-702D95AC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74549-8D08-4107-B042-5DD21F9BE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F446C-9FC0-4F18-82E6-E79DEEB17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57358-0714-4EAD-B258-7CB2FC98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2086C-26E1-456B-9036-C14240F2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A9D0A-0941-4FBC-98A6-DA3193EB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1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E753-4688-4E0D-83D4-E4781CE7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06D00-E125-4F3C-9070-C579E3E61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07014-D199-4E68-B28E-0B148F586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01AE20-ACB6-4DB1-B15E-B0A7EFDAB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668FEB-E895-48B6-A4D5-08CE6E5B2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6187F-4D10-427E-91AA-3C687ECC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79889-2182-4292-ABA3-D92DD3ED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B34BF-2541-42E6-BE50-D364D845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892B-7055-4DAD-BE38-466BFAEF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BE51D-3FB1-490C-ABFA-EB8B9E04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256AB-9E66-4B62-95AA-B08E1812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6BEDF-A29C-42B5-B4BD-8B8A2817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2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FD9EE-7908-4B2D-A090-32EEC74D2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5252A-DA63-4D63-8B14-9007E21BD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AA35A-8EB2-4B57-AF9B-597054C7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9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BA1C-72FF-41D1-BFEF-2D0682E5A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4468-7ED3-4373-B759-DF491E0A9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9F026-DD35-4B55-96B2-4532B564C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144A1-144A-4787-87ED-3F03659A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7DEA8-DB78-4F8D-A810-45E7F8BC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1BF46-C206-4773-AEA3-C48A282D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78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0215-B332-495F-9D73-E83A4CDB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BE6F93-5BCC-4DC1-BC1D-25745514B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184FB-0AB0-4EC6-B8EE-BDC9DE084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8CCB2-9ADE-4AAD-94B9-9D3E3EA16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321A-1F00-4B60-BA4C-04394BC8A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5E471-0288-4C43-93B9-0CC8E1F0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5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158E-9A79-494B-B8F9-FFC25FAD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D49E9-D156-49CB-91CE-04F51176E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6B5FF-25DB-42BE-963C-FD26D976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0FBF4-0941-43AF-9090-5EA9E623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A431-E571-4C4F-8A4D-B3F6B0E2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5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28817-16EF-4E8E-B061-E42AF947A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6C048-2BFF-40CC-BD74-FC52C0ADE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46988-CEDE-46C1-A7F8-F45E6C42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C4891-AB47-4ED8-B564-1E4F99266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5D7BF-F713-4B09-9B36-FF564823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7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53AF00-D8BA-43DD-ADCC-A654D401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1480-AB60-4F47-ABD9-41E2F272F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8ACB5-5F13-4703-A17C-08A77EFCF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5F44A-679D-4C76-9880-96513605D7FB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E785-3600-41C5-9869-D4F8997A4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48B90-927A-4477-BFB8-8B32B14C2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4322C-27DC-49FF-9B43-5EAA37331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43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BB52EB-F35A-45BB-AE43-DB7A93411CDC}"/>
              </a:ext>
            </a:extLst>
          </p:cNvPr>
          <p:cNvSpPr txBox="1"/>
          <p:nvPr/>
        </p:nvSpPr>
        <p:spPr>
          <a:xfrm>
            <a:off x="4639389" y="2186751"/>
            <a:ext cx="3553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Sierpiński</a:t>
            </a:r>
            <a:r>
              <a:rPr lang="en-US" sz="2000" b="1" dirty="0"/>
              <a:t> Carpet –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05DC6-B1D4-499E-926D-ED9ACDCDD083}"/>
              </a:ext>
            </a:extLst>
          </p:cNvPr>
          <p:cNvSpPr txBox="1"/>
          <p:nvPr/>
        </p:nvSpPr>
        <p:spPr>
          <a:xfrm>
            <a:off x="5409345" y="3059668"/>
            <a:ext cx="2013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/>
              <a:t>Radosław Manak</a:t>
            </a:r>
            <a:endParaRPr 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91331-F110-43EB-B6C1-ED2D9222EA5F}"/>
              </a:ext>
            </a:extLst>
          </p:cNvPr>
          <p:cNvSpPr txBox="1"/>
          <p:nvPr/>
        </p:nvSpPr>
        <p:spPr>
          <a:xfrm>
            <a:off x="4837489" y="4005282"/>
            <a:ext cx="3157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Computer Science, 2nd year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8FEF2-B80F-4844-9744-A481C46B9A0A}"/>
              </a:ext>
            </a:extLst>
          </p:cNvPr>
          <p:cNvSpPr txBox="1"/>
          <p:nvPr/>
        </p:nvSpPr>
        <p:spPr>
          <a:xfrm>
            <a:off x="5725745" y="5751116"/>
            <a:ext cx="13805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/>
              <a:t>2026-03-27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765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6D2019-C28E-40F0-9D54-9584FBF89AC3}"/>
              </a:ext>
            </a:extLst>
          </p:cNvPr>
          <p:cNvSpPr txBox="1"/>
          <p:nvPr/>
        </p:nvSpPr>
        <p:spPr>
          <a:xfrm>
            <a:off x="3163466" y="2274838"/>
            <a:ext cx="58650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Motivation and problem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Visuals are important in math and graphics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show self-similarity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can be made with an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project shows how recursion works</a:t>
            </a:r>
          </a:p>
        </p:txBody>
      </p:sp>
    </p:spTree>
    <p:extLst>
      <p:ext uri="{BB962C8B-B14F-4D97-AF65-F5344CB8AC3E}">
        <p14:creationId xmlns:p14="http://schemas.microsoft.com/office/powerpoint/2010/main" val="394759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1016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49BE01-2C8E-44AE-BE05-0D42B91690D4}"/>
              </a:ext>
            </a:extLst>
          </p:cNvPr>
          <p:cNvSpPr txBox="1"/>
          <p:nvPr/>
        </p:nvSpPr>
        <p:spPr>
          <a:xfrm>
            <a:off x="1477241" y="2284998"/>
            <a:ext cx="92375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Idea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Divide the square into a 3x3 grid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Remove the middle part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Repeat the process for the other parts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Next steps create the picture</a:t>
            </a:r>
          </a:p>
        </p:txBody>
      </p:sp>
    </p:spTree>
    <p:extLst>
      <p:ext uri="{BB962C8B-B14F-4D97-AF65-F5344CB8AC3E}">
        <p14:creationId xmlns:p14="http://schemas.microsoft.com/office/powerpoint/2010/main" val="64131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" y="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ED160F-1846-426C-934E-19FA9C02BF8C}"/>
              </a:ext>
            </a:extLst>
          </p:cNvPr>
          <p:cNvSpPr txBox="1"/>
          <p:nvPr/>
        </p:nvSpPr>
        <p:spPr>
          <a:xfrm>
            <a:off x="2461260" y="1549628"/>
            <a:ext cx="72694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Pseudocode</a:t>
            </a:r>
          </a:p>
          <a:p>
            <a:endParaRPr lang="en-US" sz="2400" dirty="0"/>
          </a:p>
          <a:p>
            <a:r>
              <a:rPr lang="en-US" sz="2400" dirty="0" err="1"/>
              <a:t>drawCarpet</a:t>
            </a:r>
            <a:r>
              <a:rPr lang="en-US" sz="2400" dirty="0"/>
              <a:t>(x, y, size, depth):</a:t>
            </a:r>
          </a:p>
          <a:p>
            <a:r>
              <a:rPr lang="en-US" sz="2400" dirty="0"/>
              <a:t>  if depth == 0:</a:t>
            </a:r>
          </a:p>
          <a:p>
            <a:r>
              <a:rPr lang="en-US" sz="2400" dirty="0"/>
              <a:t>    return</a:t>
            </a:r>
          </a:p>
          <a:p>
            <a:endParaRPr lang="en-US" sz="2400" dirty="0"/>
          </a:p>
          <a:p>
            <a:r>
              <a:rPr lang="en-US" sz="2400" dirty="0"/>
              <a:t>  </a:t>
            </a:r>
            <a:r>
              <a:rPr lang="en-US" sz="2400" dirty="0" err="1"/>
              <a:t>newSize</a:t>
            </a:r>
            <a:r>
              <a:rPr lang="en-US" sz="2400" dirty="0"/>
              <a:t> = size / 3</a:t>
            </a:r>
          </a:p>
          <a:p>
            <a:endParaRPr lang="en-US" sz="2400" dirty="0"/>
          </a:p>
          <a:p>
            <a:r>
              <a:rPr lang="en-US" sz="2400" dirty="0"/>
              <a:t>  remove the middle square</a:t>
            </a:r>
          </a:p>
          <a:p>
            <a:endParaRPr lang="en-US" sz="2400" dirty="0"/>
          </a:p>
          <a:p>
            <a:r>
              <a:rPr lang="en-US" sz="2400" dirty="0"/>
              <a:t>  for each of the 8 other squares: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drawCarpet</a:t>
            </a:r>
            <a:r>
              <a:rPr lang="en-US" sz="2400" dirty="0"/>
              <a:t>(..., depth - 1)</a:t>
            </a:r>
          </a:p>
        </p:txBody>
      </p:sp>
    </p:spTree>
    <p:extLst>
      <p:ext uri="{BB962C8B-B14F-4D97-AF65-F5344CB8AC3E}">
        <p14:creationId xmlns:p14="http://schemas.microsoft.com/office/powerpoint/2010/main" val="61435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748D9F-0630-4D0B-9A9F-CB55E88E76DE}"/>
              </a:ext>
            </a:extLst>
          </p:cNvPr>
          <p:cNvSpPr txBox="1"/>
          <p:nvPr/>
        </p:nvSpPr>
        <p:spPr>
          <a:xfrm>
            <a:off x="2264352" y="2464610"/>
            <a:ext cx="76632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Complexity</a:t>
            </a:r>
          </a:p>
          <a:p>
            <a:endParaRPr lang="en-US" sz="2400" dirty="0"/>
          </a:p>
          <a:p>
            <a:r>
              <a:rPr lang="en-US" sz="2400" dirty="0"/>
              <a:t>The complexity grows very fast:</a:t>
            </a:r>
          </a:p>
          <a:p>
            <a:r>
              <a:rPr lang="en-US" sz="2400" dirty="0"/>
              <a:t>Number of parts ~ 8^n </a:t>
            </a:r>
          </a:p>
          <a:p>
            <a:r>
              <a:rPr lang="en-US" sz="2400" dirty="0"/>
              <a:t>Each step adds more detail</a:t>
            </a:r>
          </a:p>
        </p:txBody>
      </p:sp>
    </p:spTree>
    <p:extLst>
      <p:ext uri="{BB962C8B-B14F-4D97-AF65-F5344CB8AC3E}">
        <p14:creationId xmlns:p14="http://schemas.microsoft.com/office/powerpoint/2010/main" val="390938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2F7EB2-2BC0-45A6-924A-A628569AE3B6}"/>
              </a:ext>
            </a:extLst>
          </p:cNvPr>
          <p:cNvSpPr txBox="1"/>
          <p:nvPr/>
        </p:nvSpPr>
        <p:spPr>
          <a:xfrm>
            <a:off x="1794586" y="2056565"/>
            <a:ext cx="286360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Parameters</a:t>
            </a:r>
          </a:p>
          <a:p>
            <a:endParaRPr lang="en-US" sz="2400" dirty="0"/>
          </a:p>
          <a:p>
            <a:r>
              <a:rPr lang="en-US" sz="2400" dirty="0"/>
              <a:t>Number of iterations </a:t>
            </a:r>
          </a:p>
          <a:p>
            <a:r>
              <a:rPr lang="en-US" sz="2400" dirty="0"/>
              <a:t>Animation speed </a:t>
            </a:r>
          </a:p>
          <a:p>
            <a:endParaRPr lang="en-US" sz="2400" dirty="0"/>
          </a:p>
          <a:p>
            <a:r>
              <a:rPr lang="en-US" sz="2400" dirty="0"/>
              <a:t>Controls</a:t>
            </a:r>
          </a:p>
          <a:p>
            <a:endParaRPr lang="en-US" sz="2400" dirty="0"/>
          </a:p>
          <a:p>
            <a:r>
              <a:rPr lang="en-US" sz="2400" dirty="0"/>
              <a:t>Start </a:t>
            </a:r>
          </a:p>
          <a:p>
            <a:r>
              <a:rPr lang="en-US" sz="2400" dirty="0"/>
              <a:t>Stop </a:t>
            </a:r>
          </a:p>
          <a:p>
            <a:r>
              <a:rPr lang="en-US" sz="2400" dirty="0"/>
              <a:t>Reset </a:t>
            </a:r>
          </a:p>
          <a:p>
            <a:r>
              <a:rPr lang="en-US" sz="2400" dirty="0"/>
              <a:t>Generate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89D30-8B2D-4015-A047-45D6161ED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133" y="3123241"/>
            <a:ext cx="5110200" cy="119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" y="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10AD77-43C4-4192-9C1D-1B5BC637E9BD}"/>
              </a:ext>
            </a:extLst>
          </p:cNvPr>
          <p:cNvSpPr txBox="1"/>
          <p:nvPr/>
        </p:nvSpPr>
        <p:spPr>
          <a:xfrm>
            <a:off x="4883680" y="1656080"/>
            <a:ext cx="2424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Program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11CDE-9426-4971-8D65-30DBCC582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219" y="2371452"/>
            <a:ext cx="7147560" cy="352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79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D673F6-80F0-48C6-B74D-29C01F1FBBA5}"/>
              </a:ext>
            </a:extLst>
          </p:cNvPr>
          <p:cNvSpPr txBox="1"/>
          <p:nvPr/>
        </p:nvSpPr>
        <p:spPr>
          <a:xfrm>
            <a:off x="5628564" y="1615440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/>
              <a:t>Demo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9E215-79C7-444C-A76F-6D988296F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880" y="2202822"/>
            <a:ext cx="3645169" cy="36848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B404B2-2315-496C-9119-40FD5A69E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951" y="2203035"/>
            <a:ext cx="3645170" cy="368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38C25-1DDA-406D-BFA2-CDF88B67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7E6568-5E2D-43FF-BF28-5A609A5797DE}"/>
              </a:ext>
            </a:extLst>
          </p:cNvPr>
          <p:cNvSpPr txBox="1"/>
          <p:nvPr/>
        </p:nvSpPr>
        <p:spPr>
          <a:xfrm>
            <a:off x="5409017" y="1490493"/>
            <a:ext cx="1373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7EC6D-E47C-4B52-837D-D5E8F581F444}"/>
              </a:ext>
            </a:extLst>
          </p:cNvPr>
          <p:cNvSpPr txBox="1"/>
          <p:nvPr/>
        </p:nvSpPr>
        <p:spPr>
          <a:xfrm>
            <a:off x="2413000" y="1952158"/>
            <a:ext cx="7366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Benefits:</a:t>
            </a:r>
          </a:p>
          <a:p>
            <a:r>
              <a:rPr lang="en-US" sz="2000" dirty="0"/>
              <a:t>simple algorithm </a:t>
            </a:r>
          </a:p>
          <a:p>
            <a:r>
              <a:rPr lang="en-US" sz="2000" dirty="0"/>
              <a:t>math visualization </a:t>
            </a:r>
          </a:p>
          <a:p>
            <a:r>
              <a:rPr lang="en-US" sz="2000" dirty="0"/>
              <a:t>interaction </a:t>
            </a:r>
          </a:p>
          <a:p>
            <a:endParaRPr lang="en-US" sz="2000" dirty="0"/>
          </a:p>
          <a:p>
            <a:r>
              <a:rPr lang="en-US" sz="2000" dirty="0"/>
              <a:t>Weak point:</a:t>
            </a:r>
          </a:p>
          <a:p>
            <a:r>
              <a:rPr lang="en-US" sz="2000" dirty="0"/>
              <a:t>high complexity with many iterations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Use:</a:t>
            </a:r>
          </a:p>
          <a:p>
            <a:r>
              <a:rPr lang="en-US" sz="2000" dirty="0"/>
              <a:t>education </a:t>
            </a:r>
          </a:p>
          <a:p>
            <a:r>
              <a:rPr lang="en-US" sz="2000" dirty="0"/>
              <a:t>computer graphics</a:t>
            </a:r>
          </a:p>
        </p:txBody>
      </p:sp>
    </p:spTree>
    <p:extLst>
      <p:ext uri="{BB962C8B-B14F-4D97-AF65-F5344CB8AC3E}">
        <p14:creationId xmlns:p14="http://schemas.microsoft.com/office/powerpoint/2010/main" val="3590128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172</Words>
  <Application>Microsoft Office PowerPoint</Application>
  <PresentationFormat>Widescreen</PresentationFormat>
  <Paragraphs>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Radek Manak</dc:creator>
  <cp:lastModifiedBy>Radek Manak</cp:lastModifiedBy>
  <cp:revision>49</cp:revision>
  <dcterms:created xsi:type="dcterms:W3CDTF">2025-11-19T11:37:12Z</dcterms:created>
  <dcterms:modified xsi:type="dcterms:W3CDTF">2026-06-23T20:20:53Z</dcterms:modified>
</cp:coreProperties>
</file>